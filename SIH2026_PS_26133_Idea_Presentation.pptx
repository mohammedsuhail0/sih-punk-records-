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77240"/>
            <a:ext cx="10362895" cy="5303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41148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SMART INDIA HACKATHON (SIH) 2026 — OFFICIAL IDEA PRESENTATION</a:t>
            </a:r>
          </a:p>
          <a:p>
            <a:pPr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MahaHealth Connect</a:t>
            </a:r>
          </a:p>
          <a:p>
            <a:pPr>
              <a:spcAft>
                <a:spcPts val="2000"/>
              </a:spcAft>
              <a:defRPr sz="1700">
                <a:solidFill>
                  <a:srgbClr val="38BDF8"/>
                </a:solidFill>
              </a:defRPr>
            </a:pPr>
            <a:r>
              <a:t>Dual-Outlet Rural Health Infrastructure &amp; Voice-First Multilingual Tele-Platform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108960"/>
            <a:ext cx="926561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📌 Problem Statement ID: 26133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🏛️ Organization: Government of Maharashtra (Maharashtra State Innovation Society)</a:t>
            </a:r>
          </a:p>
          <a:p>
            <a:pPr>
              <a:spcAft>
                <a:spcPts val="1400"/>
              </a:spcAft>
              <a:defRPr sz="1300">
                <a:solidFill>
                  <a:srgbClr val="94A3B8"/>
                </a:solidFill>
              </a:defRPr>
            </a:pPr>
            <a:r>
              <a:t>🏷️ Theme: MedTech / BioTech / HealthTech  |  Category: Software</a:t>
            </a:r>
          </a:p>
          <a:p>
            <a:pPr>
              <a:defRPr sz="1300" b="1">
                <a:solidFill>
                  <a:srgbClr val="22C55E"/>
                </a:solidFill>
              </a:defRPr>
            </a:pPr>
            <a:r>
              <a:t>🚀 Innovation: Village Dual-Outlet Model • Illiterate-Friendly Voice/Pictorial WebApp • 1-on-1 Agent Guidance • Direct SOS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SMART INDIA HACKATHON 2026 | SOFTWARE EDITION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Rural Healthcare Bottlenecks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331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1. The Rural Access &amp; Literacy Barrier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Over 45% of villagers in tribal belts (Gadchiroli, Nandurbar, Melghat) are illiterate or non-tech savvy. Conventional healthcare apps with dense English/complex forms completely fail to serve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2331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2. The Dual Friction: Care vs Supplies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Inner villages lack doctors for early triage. Meanwhile, diagnostic labs and pharmacies are located far away in cities, forcing villagers to travel 40-80 km just to collect medicines or test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5120640" cy="2331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3. Panic &amp; Emergency Isolation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During acute emergencies (cardiac arrest, snakebites, maternal hemorrhages), villagers have no direct panic button or 1-on-1 human guidance to direct ambulances or perform life-saving first aid.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069080"/>
            <a:ext cx="5120640" cy="2331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4. Broken Doctor-Patient Continuity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Patients travel hours only to find specialist doctors unavailable. Past test reports on paper get destroyed or misplaced, preventing longitudinal care across sub-centres and district hospitals.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SMART INDIA HACKATHON 2026 | SOFTWARE EDITION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Proposed Solution: Dual Physical Outlets + Multilingual WebApp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📍 Outlet 1: Gram Care Point</a:t>
            </a:r>
            <a:br/>
            <a:r>
              <a:t>(Inside Village Centre)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Located at village core (Gram Panchayat/Chhavadi)</a:t>
            </a:r>
            <a:br/>
            <a:r>
              <a:t>• Dedicated touchpoint for patient queries &amp; digital intake</a:t>
            </a:r>
            <a:br/>
            <a:r>
              <a:t>• Assisted check-ins by trained local health volunteers</a:t>
            </a:r>
            <a:br/>
            <a:r>
              <a:t>• Routine vitals monitoring (BP, SpO2, Temperature)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371600"/>
            <a:ext cx="24688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📍 Outlet 2: Common Diagnostic Hub</a:t>
            </a:r>
            <a:br/>
            <a:r>
              <a:t>(Outskirts Junction)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Situated on arterial road serving a 3-5 village cluster</a:t>
            </a:r>
            <a:br/>
            <a:r>
              <a:t>• Houses cold-chain medical supplies &amp; bulk inventory</a:t>
            </a:r>
            <a:br/>
            <a:r>
              <a:t>• Sample collection &amp; instant diagnostic report hub</a:t>
            </a:r>
            <a:br/>
            <a:r>
              <a:t>• Staging base for 108 emergency ambulances &amp; oxygen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24688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🌐 Multilingual Universal WebApp</a:t>
            </a:r>
            <a:br/>
            <a:r>
              <a:t>(Illiterate-Friendly UX)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100% Pictorial &amp; Color-Coded Icon Navigation</a:t>
            </a:r>
            <a:br/>
            <a:r>
              <a:t>• Multilingual Voice Assistant (Marathi, Gondi, Hindi)</a:t>
            </a:r>
            <a:br/>
            <a:r>
              <a:t>• High-contrast, zero-typing audio-guided workflows</a:t>
            </a:r>
            <a:br/>
            <a:r>
              <a:t>• Works seamlessly on any basic smartphone or tablet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371600"/>
            <a:ext cx="24688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🤝 1-on-1 Guided Care &amp; Direct SOS</a:t>
            </a:r>
            <a:br/>
            <a:r>
              <a:t>(Human Assisted Triage)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One-Touch Emergency SOS: Direct 108 ambulance dispatch</a:t>
            </a:r>
            <a:br/>
            <a:r>
              <a:t>• 1-on-1 Live Agent Video/Audio guidance for non-literate users</a:t>
            </a:r>
            <a:br/>
            <a:r>
              <a:t>• Direct Doctor Tele-Consultations with auto-routed prescriptions to the Outskirts Supply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SMART INDIA HACKATHON 2026 | SOFTWARE EDITION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End-to-End System Workflow &amp; Technical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508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Layer 1: Frontline Village Outlets &amp; Assistive WebApp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Tech: Responsive React/Flutter PWA with WebAudio API &amp; Canvas Icon System</a:t>
            </a:r>
            <a:br/>
            <a:r>
              <a:t>• Accessibility: Voice-guided navigation via Bhashini Speech-to-Text &amp; Text-to-Speech in Marathi/Hindi</a:t>
            </a:r>
            <a:br/>
            <a:r>
              <a:t>• Offline Cache: Local IndexedDB / SQLite caching for low-network resilience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63240"/>
            <a:ext cx="10728655" cy="1508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Layer 2: Real-Time Communication &amp; Telehealth Engine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1-on-1 Agent &amp; Doctor Video/Audio: LiveKit / WebRTC optimized with Opus codec down to 15 kbps</a:t>
            </a:r>
            <a:br/>
            <a:r>
              <a:t>• Direct SOS Gateway: WebSocket emergency dispatch with GPS broadcast to 108 and Outskirts Hubs</a:t>
            </a:r>
            <a:br/>
            <a:r>
              <a:t>• Backend Services: High-throughput FastAPI (Python) &amp; Node.js microservices with Redis queues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728655" cy="1508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Layer 3: Diagnostic, Inventory Ledger &amp; ABDM Standards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Inventory Sync: Real-time supply tracking between Outskirts Diagnostic Hub and District Warehouse</a:t>
            </a:r>
            <a:br/>
            <a:r>
              <a:t>• Health Records: HL7 / FHIR R4 interoperable JSON schemas linked to patient ABHA IDs</a:t>
            </a:r>
            <a:br/>
            <a:r>
              <a:t>• Security: DPDP Act 2023 compliant data encryption (AES-256 at rest, TLS 1.3 in transit)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SMART INDIA HACKATHON 2026 | SOFTWARE EDITION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Phased Implementation &amp; Village Cluster Rollout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500" b="1">
                <a:solidFill>
                  <a:srgbClr val="FFFFFF"/>
                </a:solidFill>
              </a:defRPr>
            </a:pPr>
            <a:r>
              <a:t>Phase 1: Pilot Cluster (M1–M3)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📍 Target: 10 Villages in Gadchiroli / Melghat</a:t>
            </a:r>
            <a:br/>
            <a:r>
              <a:t>• Establish 10 Inner Village Care Points &amp; 2 Outskirts Diagnostic Hubs</a:t>
            </a:r>
            <a:br/>
            <a:r>
              <a:t>• Deploy multilingual voice WebApp with local Marathi/Gondi audio prompts</a:t>
            </a:r>
            <a:br/>
            <a:r>
              <a:t>• Train 30 village health agents for 1-on-1 user onboarding.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7160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500" b="1">
                <a:solidFill>
                  <a:srgbClr val="FFFFFF"/>
                </a:solidFill>
              </a:defRPr>
            </a:pPr>
            <a:r>
              <a:t>Phase 2: District Scaling (M4–M8)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📍 Target: 5 High-Priority Rural Districts</a:t>
            </a:r>
            <a:br/>
            <a:r>
              <a:t>• Deploy 100 Outskirts Logistics Hubs serving 400+ villages</a:t>
            </a:r>
            <a:br/>
            <a:r>
              <a:t>• Full integration with 108 Emergency Medical Services &amp; District Civil Hospitals</a:t>
            </a:r>
            <a:br/>
            <a:r>
              <a:t>• Activate automated diagnostic report push to patient WhatsApp/SMS.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37160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500" b="1">
                <a:solidFill>
                  <a:srgbClr val="FFFFFF"/>
                </a:solidFill>
              </a:defRPr>
            </a:pPr>
            <a:r>
              <a:t>Phase 3: Statewide Network (M9–M12+)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📍 Target: All 36 Districts of Maharashtra</a:t>
            </a:r>
            <a:br/>
            <a:r>
              <a:t>• Full federation with Ayushman Bharat Digital Mission (ABDM)</a:t>
            </a:r>
            <a:br/>
            <a:r>
              <a:t>• AI-driven supply reorder prediction based on seasonal outbreak patterns</a:t>
            </a:r>
            <a:br/>
            <a:r>
              <a:t>• Standard operating framework for pan-India state adoption.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SMART INDIA HACKATHON 2026 | SOFTWARE EDITION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Measurable Social Impact &amp; Key Differentiators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22C55E"/>
                </a:solidFill>
              </a:defRPr>
            </a:pPr>
            <a:r>
              <a:t>📊 Key Measurable Impact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• 70% Reduction in Diagnostic Travel: Villagers obtain medicines and tests at the Outskirts Hub without journeying 60km to cities.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• 100% Inclusive for Illiterate Citizens: Voice-guided icon navigation removes all reading/writing barriers for elderly and tribal villagers.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• &lt; 15 Minute Emergency Response: Direct SOS routing directly alerts nearby ambulances and staging hubs.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• Zero Lost Prescriptions: Digital prescription auto-sent to Outskirts Hub for immediate dispensing.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38BDF8"/>
                </a:solidFill>
              </a:defRPr>
            </a:pPr>
            <a:r>
              <a:t>🏆 Why Our Solution Wins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⭐ Dual-Outlet Micro-Infrastructure</a:t>
            </a:r>
            <a:br/>
            <a:r>
              <a:t>  Splits administrative query handling inside the village from high-throughput supply logistics on the outskirts.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⭐ Illiterate-First Voice UX</a:t>
            </a:r>
            <a:br/>
            <a:r>
              <a:t>  Replaces complex text forms with spoken Marathi/Hindi/Gondi prompts and clear pictorial visual cues.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⭐ 1-on-1 Human Agent Fallback</a:t>
            </a:r>
            <a:br/>
            <a:r>
              <a:t>  Provides instant live human support when an elderly or panicked villager needs guidance.</a:t>
            </a:r>
          </a:p>
          <a:p>
            <a:pPr>
              <a:spcAft>
                <a:spcPts val="800"/>
              </a:spcAft>
              <a:defRPr sz="1150">
                <a:solidFill>
                  <a:srgbClr val="FFFFFF"/>
                </a:solidFill>
              </a:defRPr>
            </a:pPr>
            <a:r>
              <a:t>⭐ End-to-End Closed Loop</a:t>
            </a:r>
            <a:br/>
            <a:r>
              <a:t>  Direct bridge between Doctor Tele-Consult ➔ Outskirts Medicine Dispensing ➔ Follow-up.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